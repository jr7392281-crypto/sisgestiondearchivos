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"/>
  </p:notesMasterIdLst>
  <p:sldIdLst>
    <p:sldId id="256" r:id="rId2"/>
    <p:sldId id="269" r:id="rId3"/>
    <p:sldId id="273" r:id="rId4"/>
    <p:sldId id="271" r:id="rId5"/>
    <p:sldId id="272" r:id="rId6"/>
    <p:sldId id="275" r:id="rId7"/>
    <p:sldId id="276" r:id="rId8"/>
    <p:sldId id="277" r:id="rId9"/>
  </p:sldIdLst>
  <p:sldSz cx="9144000" cy="5143500" type="screen16x9"/>
  <p:notesSz cx="6858000" cy="9144000"/>
  <p:embeddedFontLst>
    <p:embeddedFont>
      <p:font typeface="Archivo" panose="020B0604020202020204" charset="0"/>
      <p:regular r:id="rId11"/>
      <p:bold r:id="rId12"/>
      <p:italic r:id="rId13"/>
      <p:boldItalic r:id="rId14"/>
    </p:embeddedFont>
    <p:embeddedFont>
      <p:font typeface="Hind" panose="02000000000000000000" pitchFamily="2" charset="0"/>
      <p:regular r:id="rId15"/>
      <p:bold r:id="rId16"/>
    </p:embeddedFont>
    <p:embeddedFont>
      <p:font typeface="Hind SemiBold" panose="02000000000000000000" pitchFamily="2" charset="0"/>
      <p:bold r:id="rId17"/>
    </p:embeddedFont>
    <p:embeddedFont>
      <p:font typeface="Karla" pitchFamily="2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6B6F5D-D9EA-4BC7-81B0-D7AD0E8127E9}">
  <a:tblStyle styleId="{5A6B6F5D-D9EA-4BC7-81B0-D7AD0E8127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29c8167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29c8167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da7da5b01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da7da5b01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d294afe249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d294afe249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d294afe249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d294afe249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d294afe249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d294afe249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9657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d294afe249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d294afe249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202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d294afe249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d294afe249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426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302875"/>
            <a:ext cx="4578900" cy="21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431125"/>
            <a:ext cx="4578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176475"/>
            <a:ext cx="9405000" cy="5320025"/>
            <a:chOff x="0" y="-176475"/>
            <a:chExt cx="9405000" cy="532002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0" y="-176475"/>
              <a:ext cx="2226100" cy="874800"/>
              <a:chOff x="0" y="-176475"/>
              <a:chExt cx="2226100" cy="8748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351300" y="-176475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61000" y="130475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5" name="Google Shape;15;p2"/>
              <p:cNvCxnSpPr/>
              <p:nvPr/>
            </p:nvCxnSpPr>
            <p:spPr>
              <a:xfrm>
                <a:off x="0" y="2609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9" name="Google Shape;19;p2"/>
              <p:cNvCxnSpPr>
                <a:endCxn id="17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0" y="-176475"/>
            <a:ext cx="9405000" cy="5320025"/>
            <a:chOff x="0" y="-176475"/>
            <a:chExt cx="9405000" cy="5320025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0" y="-176475"/>
              <a:ext cx="2226100" cy="874800"/>
              <a:chOff x="0" y="-176475"/>
              <a:chExt cx="2226100" cy="8748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1351300" y="-176475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1000" y="130475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8" name="Google Shape;28;p3"/>
              <p:cNvCxnSpPr/>
              <p:nvPr/>
            </p:nvCxnSpPr>
            <p:spPr>
              <a:xfrm>
                <a:off x="0" y="2609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" name="Google Shape;29;p3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32" name="Google Shape;32;p3"/>
              <p:cNvCxnSpPr>
                <a:endCxn id="30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227100" y="-187650"/>
            <a:ext cx="8916900" cy="5331250"/>
            <a:chOff x="227100" y="-187650"/>
            <a:chExt cx="8916900" cy="533125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7354489" y="4621600"/>
              <a:ext cx="1789511" cy="522000"/>
              <a:chOff x="7354489" y="4621600"/>
              <a:chExt cx="1789511" cy="5220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7354489" y="4621600"/>
                <a:ext cx="522000" cy="52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>
                <a:off x="7484925" y="4752049"/>
                <a:ext cx="261000" cy="2610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53" name="Google Shape;53;p5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54" name="Google Shape;54;p5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" name="Google Shape;55;p5"/>
            <p:cNvGrpSpPr/>
            <p:nvPr/>
          </p:nvGrpSpPr>
          <p:grpSpPr>
            <a:xfrm>
              <a:off x="227100" y="-187650"/>
              <a:ext cx="261000" cy="1977150"/>
              <a:chOff x="227100" y="-187650"/>
              <a:chExt cx="261000" cy="1977150"/>
            </a:xfrm>
          </p:grpSpPr>
          <p:sp>
            <p:nvSpPr>
              <p:cNvPr id="56" name="Google Shape;56;p5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58" name="Google Shape;58;p5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-630975" y="136950"/>
            <a:ext cx="9778750" cy="5006554"/>
            <a:chOff x="-630975" y="136950"/>
            <a:chExt cx="9778750" cy="5006554"/>
          </a:xfrm>
        </p:grpSpPr>
        <p:grpSp>
          <p:nvGrpSpPr>
            <p:cNvPr id="62" name="Google Shape;62;p6"/>
            <p:cNvGrpSpPr/>
            <p:nvPr/>
          </p:nvGrpSpPr>
          <p:grpSpPr>
            <a:xfrm rot="5400000">
              <a:off x="7966673" y="3962402"/>
              <a:ext cx="1789504" cy="572700"/>
              <a:chOff x="7354496" y="4596170"/>
              <a:chExt cx="1789504" cy="572700"/>
            </a:xfrm>
          </p:grpSpPr>
          <p:sp>
            <p:nvSpPr>
              <p:cNvPr id="63" name="Google Shape;63;p6"/>
              <p:cNvSpPr/>
              <p:nvPr/>
            </p:nvSpPr>
            <p:spPr>
              <a:xfrm rot="-5400000">
                <a:off x="7354496" y="4596170"/>
                <a:ext cx="572700" cy="572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64" name="Google Shape;64;p6"/>
              <p:cNvSpPr/>
              <p:nvPr/>
            </p:nvSpPr>
            <p:spPr>
              <a:xfrm>
                <a:off x="7510350" y="4752049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65" name="Google Shape;65;p6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66" name="Google Shape;66;p6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7" name="Google Shape;67;p6"/>
            <p:cNvGrpSpPr/>
            <p:nvPr/>
          </p:nvGrpSpPr>
          <p:grpSpPr>
            <a:xfrm rot="-5400000">
              <a:off x="227100" y="-721125"/>
              <a:ext cx="261000" cy="1977150"/>
              <a:chOff x="227100" y="-187650"/>
              <a:chExt cx="261000" cy="1977150"/>
            </a:xfrm>
          </p:grpSpPr>
          <p:sp>
            <p:nvSpPr>
              <p:cNvPr id="68" name="Google Shape;68;p6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70" name="Google Shape;70;p6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-630975" y="136950"/>
            <a:ext cx="9929770" cy="5006554"/>
            <a:chOff x="-630975" y="136950"/>
            <a:chExt cx="9929770" cy="5006554"/>
          </a:xfrm>
        </p:grpSpPr>
        <p:grpSp>
          <p:nvGrpSpPr>
            <p:cNvPr id="75" name="Google Shape;75;p7"/>
            <p:cNvGrpSpPr/>
            <p:nvPr/>
          </p:nvGrpSpPr>
          <p:grpSpPr>
            <a:xfrm rot="5400000">
              <a:off x="7966640" y="3811349"/>
              <a:ext cx="1789510" cy="874800"/>
              <a:chOff x="7354490" y="4445149"/>
              <a:chExt cx="1789510" cy="874800"/>
            </a:xfrm>
          </p:grpSpPr>
          <p:sp>
            <p:nvSpPr>
              <p:cNvPr id="76" name="Google Shape;76;p7"/>
              <p:cNvSpPr/>
              <p:nvPr/>
            </p:nvSpPr>
            <p:spPr>
              <a:xfrm>
                <a:off x="7354490" y="4445149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>
                <a:off x="7661375" y="4752049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78" name="Google Shape;78;p7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79" name="Google Shape;79;p7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0" name="Google Shape;80;p7"/>
            <p:cNvGrpSpPr/>
            <p:nvPr/>
          </p:nvGrpSpPr>
          <p:grpSpPr>
            <a:xfrm rot="-5400000">
              <a:off x="227100" y="-721125"/>
              <a:ext cx="261000" cy="1977150"/>
              <a:chOff x="227100" y="-187650"/>
              <a:chExt cx="261000" cy="1977150"/>
            </a:xfrm>
          </p:grpSpPr>
          <p:sp>
            <p:nvSpPr>
              <p:cNvPr id="81" name="Google Shape;81;p7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83" name="Google Shape;83;p7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-261000" y="0"/>
            <a:ext cx="5260250" cy="5319900"/>
            <a:chOff x="-261000" y="0"/>
            <a:chExt cx="5260250" cy="5319900"/>
          </a:xfrm>
        </p:grpSpPr>
        <p:grpSp>
          <p:nvGrpSpPr>
            <p:cNvPr id="99" name="Google Shape;99;p9"/>
            <p:cNvGrpSpPr/>
            <p:nvPr/>
          </p:nvGrpSpPr>
          <p:grpSpPr>
            <a:xfrm>
              <a:off x="2773150" y="4445100"/>
              <a:ext cx="2226100" cy="874800"/>
              <a:chOff x="2773150" y="4445100"/>
              <a:chExt cx="2226100" cy="874800"/>
            </a:xfrm>
          </p:grpSpPr>
          <p:sp>
            <p:nvSpPr>
              <p:cNvPr id="100" name="Google Shape;100;p9"/>
              <p:cNvSpPr/>
              <p:nvPr/>
            </p:nvSpPr>
            <p:spPr>
              <a:xfrm>
                <a:off x="4124450" y="4445100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01" name="Google Shape;101;p9"/>
              <p:cNvSpPr/>
              <p:nvPr/>
            </p:nvSpPr>
            <p:spPr>
              <a:xfrm>
                <a:off x="3034150" y="47520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02" name="Google Shape;102;p9"/>
              <p:cNvCxnSpPr/>
              <p:nvPr/>
            </p:nvCxnSpPr>
            <p:spPr>
              <a:xfrm>
                <a:off x="2773150" y="4882525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" name="Google Shape;103;p9"/>
            <p:cNvGrpSpPr/>
            <p:nvPr/>
          </p:nvGrpSpPr>
          <p:grpSpPr>
            <a:xfrm>
              <a:off x="-261000" y="0"/>
              <a:ext cx="2050500" cy="522000"/>
              <a:chOff x="-261000" y="0"/>
              <a:chExt cx="2050500" cy="522000"/>
            </a:xfrm>
          </p:grpSpPr>
          <p:sp>
            <p:nvSpPr>
              <p:cNvPr id="104" name="Google Shape;104;p9"/>
              <p:cNvSpPr/>
              <p:nvPr/>
            </p:nvSpPr>
            <p:spPr>
              <a:xfrm flipH="1">
                <a:off x="-261000" y="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 flipH="1">
                <a:off x="1528500" y="13047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06" name="Google Shape;106;p9"/>
              <p:cNvCxnSpPr>
                <a:endCxn id="104" idx="6"/>
              </p:cNvCxnSpPr>
              <p:nvPr/>
            </p:nvCxnSpPr>
            <p:spPr>
              <a:xfrm rot="10800000">
                <a:off x="-261000" y="26100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-261000" y="0"/>
            <a:ext cx="5260250" cy="5319900"/>
            <a:chOff x="-261000" y="0"/>
            <a:chExt cx="5260250" cy="53199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2773150" y="4445100"/>
              <a:ext cx="2226100" cy="874800"/>
              <a:chOff x="2773150" y="4445100"/>
              <a:chExt cx="2226100" cy="874800"/>
            </a:xfrm>
          </p:grpSpPr>
          <p:sp>
            <p:nvSpPr>
              <p:cNvPr id="114" name="Google Shape;114;p11"/>
              <p:cNvSpPr/>
              <p:nvPr/>
            </p:nvSpPr>
            <p:spPr>
              <a:xfrm>
                <a:off x="4124450" y="4445100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15" name="Google Shape;115;p11"/>
              <p:cNvSpPr/>
              <p:nvPr/>
            </p:nvSpPr>
            <p:spPr>
              <a:xfrm>
                <a:off x="3034150" y="47520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16" name="Google Shape;116;p11"/>
              <p:cNvCxnSpPr/>
              <p:nvPr/>
            </p:nvCxnSpPr>
            <p:spPr>
              <a:xfrm>
                <a:off x="2773150" y="4882525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>
              <a:off x="-261000" y="0"/>
              <a:ext cx="2050500" cy="522000"/>
              <a:chOff x="-261000" y="0"/>
              <a:chExt cx="2050500" cy="522000"/>
            </a:xfrm>
          </p:grpSpPr>
          <p:sp>
            <p:nvSpPr>
              <p:cNvPr id="118" name="Google Shape;118;p11"/>
              <p:cNvSpPr/>
              <p:nvPr/>
            </p:nvSpPr>
            <p:spPr>
              <a:xfrm flipH="1">
                <a:off x="-261000" y="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19" name="Google Shape;119;p11"/>
              <p:cNvSpPr/>
              <p:nvPr/>
            </p:nvSpPr>
            <p:spPr>
              <a:xfrm flipH="1">
                <a:off x="1528500" y="13047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20" name="Google Shape;120;p11"/>
              <p:cNvCxnSpPr>
                <a:endCxn id="118" idx="6"/>
              </p:cNvCxnSpPr>
              <p:nvPr/>
            </p:nvCxnSpPr>
            <p:spPr>
              <a:xfrm rot="10800000">
                <a:off x="-261000" y="26100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body" idx="1"/>
          </p:nvPr>
        </p:nvSpPr>
        <p:spPr>
          <a:xfrm>
            <a:off x="713225" y="1085107"/>
            <a:ext cx="77085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ind SemiBold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grpSp>
        <p:nvGrpSpPr>
          <p:cNvPr id="175" name="Google Shape;175;p17"/>
          <p:cNvGrpSpPr/>
          <p:nvPr/>
        </p:nvGrpSpPr>
        <p:grpSpPr>
          <a:xfrm>
            <a:off x="0" y="-3"/>
            <a:ext cx="9405000" cy="5594828"/>
            <a:chOff x="0" y="-3"/>
            <a:chExt cx="9405000" cy="5594828"/>
          </a:xfrm>
        </p:grpSpPr>
        <p:grpSp>
          <p:nvGrpSpPr>
            <p:cNvPr id="176" name="Google Shape;176;p17"/>
            <p:cNvGrpSpPr/>
            <p:nvPr/>
          </p:nvGrpSpPr>
          <p:grpSpPr>
            <a:xfrm rot="10800000" flipH="1">
              <a:off x="7354500" y="-3"/>
              <a:ext cx="2050500" cy="522000"/>
              <a:chOff x="7354500" y="4621550"/>
              <a:chExt cx="2050500" cy="522000"/>
            </a:xfrm>
          </p:grpSpPr>
          <p:sp>
            <p:nvSpPr>
              <p:cNvPr id="177" name="Google Shape;177;p17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79" name="Google Shape;179;p17"/>
              <p:cNvCxnSpPr>
                <a:endCxn id="177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0" name="Google Shape;180;p17"/>
            <p:cNvGrpSpPr/>
            <p:nvPr/>
          </p:nvGrpSpPr>
          <p:grpSpPr>
            <a:xfrm rot="10800000" flipH="1">
              <a:off x="0" y="4571649"/>
              <a:ext cx="874800" cy="1023176"/>
              <a:chOff x="0" y="-451278"/>
              <a:chExt cx="874800" cy="1023176"/>
            </a:xfrm>
          </p:grpSpPr>
          <p:sp>
            <p:nvSpPr>
              <p:cNvPr id="181" name="Google Shape;181;p17"/>
              <p:cNvSpPr/>
              <p:nvPr/>
            </p:nvSpPr>
            <p:spPr>
              <a:xfrm>
                <a:off x="266050" y="229298"/>
                <a:ext cx="342600" cy="34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0" y="-451278"/>
                <a:ext cx="874800" cy="874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713225" y="1085107"/>
            <a:ext cx="7708500" cy="9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ind SemiBold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grpSp>
        <p:nvGrpSpPr>
          <p:cNvPr id="186" name="Google Shape;186;p18"/>
          <p:cNvGrpSpPr/>
          <p:nvPr/>
        </p:nvGrpSpPr>
        <p:grpSpPr>
          <a:xfrm>
            <a:off x="-439000" y="0"/>
            <a:ext cx="9844000" cy="5143550"/>
            <a:chOff x="-439000" y="0"/>
            <a:chExt cx="9844000" cy="5143550"/>
          </a:xfrm>
        </p:grpSpPr>
        <p:grpSp>
          <p:nvGrpSpPr>
            <p:cNvPr id="187" name="Google Shape;187;p18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90" name="Google Shape;190;p18"/>
              <p:cNvCxnSpPr>
                <a:endCxn id="188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1" name="Google Shape;191;p18"/>
            <p:cNvGrpSpPr/>
            <p:nvPr/>
          </p:nvGrpSpPr>
          <p:grpSpPr>
            <a:xfrm>
              <a:off x="-439000" y="0"/>
              <a:ext cx="874800" cy="874800"/>
              <a:chOff x="8711225" y="0"/>
              <a:chExt cx="874800" cy="874800"/>
            </a:xfrm>
          </p:grpSpPr>
          <p:sp>
            <p:nvSpPr>
              <p:cNvPr id="192" name="Google Shape;192;p18"/>
              <p:cNvSpPr/>
              <p:nvPr/>
            </p:nvSpPr>
            <p:spPr>
              <a:xfrm>
                <a:off x="8711225" y="0"/>
                <a:ext cx="874800" cy="874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193" name="Google Shape;193;p18"/>
              <p:cNvSpPr/>
              <p:nvPr/>
            </p:nvSpPr>
            <p:spPr>
              <a:xfrm>
                <a:off x="8887625" y="176400"/>
                <a:ext cx="522000" cy="52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194" name="Google Shape;194;p18"/>
              <p:cNvCxnSpPr>
                <a:stCxn id="192" idx="2"/>
                <a:endCxn id="192" idx="6"/>
              </p:cNvCxnSpPr>
              <p:nvPr/>
            </p:nvCxnSpPr>
            <p:spPr>
              <a:xfrm>
                <a:off x="8711225" y="437400"/>
                <a:ext cx="8748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0"/>
          <p:cNvGrpSpPr/>
          <p:nvPr/>
        </p:nvGrpSpPr>
        <p:grpSpPr>
          <a:xfrm rot="10800000" flipH="1">
            <a:off x="0" y="-24075"/>
            <a:ext cx="9405000" cy="5320025"/>
            <a:chOff x="0" y="-176475"/>
            <a:chExt cx="9405000" cy="5320025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0" y="-176475"/>
              <a:ext cx="2226100" cy="874800"/>
              <a:chOff x="0" y="-176475"/>
              <a:chExt cx="2226100" cy="874800"/>
            </a:xfrm>
          </p:grpSpPr>
          <p:sp>
            <p:nvSpPr>
              <p:cNvPr id="211" name="Google Shape;211;p20"/>
              <p:cNvSpPr/>
              <p:nvPr/>
            </p:nvSpPr>
            <p:spPr>
              <a:xfrm>
                <a:off x="1351300" y="-176475"/>
                <a:ext cx="874800" cy="874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261000" y="130475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13" name="Google Shape;213;p20"/>
              <p:cNvCxnSpPr/>
              <p:nvPr/>
            </p:nvCxnSpPr>
            <p:spPr>
              <a:xfrm>
                <a:off x="0" y="2609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4" name="Google Shape;214;p20"/>
            <p:cNvGrpSpPr/>
            <p:nvPr/>
          </p:nvGrpSpPr>
          <p:grpSpPr>
            <a:xfrm>
              <a:off x="7354500" y="4621550"/>
              <a:ext cx="2050500" cy="522000"/>
              <a:chOff x="7354500" y="4621550"/>
              <a:chExt cx="2050500" cy="522000"/>
            </a:xfrm>
          </p:grpSpPr>
          <p:sp>
            <p:nvSpPr>
              <p:cNvPr id="215" name="Google Shape;215;p20"/>
              <p:cNvSpPr/>
              <p:nvPr/>
            </p:nvSpPr>
            <p:spPr>
              <a:xfrm>
                <a:off x="8883000" y="4621550"/>
                <a:ext cx="522000" cy="52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7354500" y="4752025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17" name="Google Shape;217;p20"/>
              <p:cNvCxnSpPr>
                <a:endCxn id="215" idx="6"/>
              </p:cNvCxnSpPr>
              <p:nvPr/>
            </p:nvCxnSpPr>
            <p:spPr>
              <a:xfrm>
                <a:off x="7354500" y="4882550"/>
                <a:ext cx="20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1"/>
          <p:cNvGrpSpPr/>
          <p:nvPr/>
        </p:nvGrpSpPr>
        <p:grpSpPr>
          <a:xfrm rot="10800000" flipH="1">
            <a:off x="227100" y="-187650"/>
            <a:ext cx="8916900" cy="5507599"/>
            <a:chOff x="227100" y="-187650"/>
            <a:chExt cx="8916900" cy="5507599"/>
          </a:xfrm>
        </p:grpSpPr>
        <p:grpSp>
          <p:nvGrpSpPr>
            <p:cNvPr id="220" name="Google Shape;220;p21"/>
            <p:cNvGrpSpPr/>
            <p:nvPr/>
          </p:nvGrpSpPr>
          <p:grpSpPr>
            <a:xfrm>
              <a:off x="7354490" y="4445149"/>
              <a:ext cx="1789510" cy="874800"/>
              <a:chOff x="7354490" y="4445149"/>
              <a:chExt cx="1789510" cy="874800"/>
            </a:xfrm>
          </p:grpSpPr>
          <p:sp>
            <p:nvSpPr>
              <p:cNvPr id="221" name="Google Shape;221;p21"/>
              <p:cNvSpPr/>
              <p:nvPr/>
            </p:nvSpPr>
            <p:spPr>
              <a:xfrm>
                <a:off x="7354490" y="4445149"/>
                <a:ext cx="874800" cy="87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7661375" y="4752049"/>
                <a:ext cx="261000" cy="2610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23" name="Google Shape;223;p21"/>
              <p:cNvSpPr/>
              <p:nvPr/>
            </p:nvSpPr>
            <p:spPr>
              <a:xfrm>
                <a:off x="8883000" y="4752050"/>
                <a:ext cx="261000" cy="26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24" name="Google Shape;224;p21"/>
              <p:cNvCxnSpPr/>
              <p:nvPr/>
            </p:nvCxnSpPr>
            <p:spPr>
              <a:xfrm>
                <a:off x="7354500" y="4882550"/>
                <a:ext cx="1789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5" name="Google Shape;225;p21"/>
            <p:cNvGrpSpPr/>
            <p:nvPr/>
          </p:nvGrpSpPr>
          <p:grpSpPr>
            <a:xfrm>
              <a:off x="227100" y="-187650"/>
              <a:ext cx="261000" cy="1977150"/>
              <a:chOff x="227100" y="-187650"/>
              <a:chExt cx="261000" cy="1977150"/>
            </a:xfrm>
          </p:grpSpPr>
          <p:sp>
            <p:nvSpPr>
              <p:cNvPr id="226" name="Google Shape;226;p21"/>
              <p:cNvSpPr/>
              <p:nvPr/>
            </p:nvSpPr>
            <p:spPr>
              <a:xfrm rot="5400000">
                <a:off x="-261000" y="300450"/>
                <a:ext cx="1237200" cy="2610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sp>
            <p:nvSpPr>
              <p:cNvPr id="227" name="Google Shape;227;p21"/>
              <p:cNvSpPr/>
              <p:nvPr/>
            </p:nvSpPr>
            <p:spPr>
              <a:xfrm>
                <a:off x="227100" y="1528500"/>
                <a:ext cx="261000" cy="261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  <p:cxnSp>
            <p:nvCxnSpPr>
              <p:cNvPr id="228" name="Google Shape;228;p21"/>
              <p:cNvCxnSpPr/>
              <p:nvPr/>
            </p:nvCxnSpPr>
            <p:spPr>
              <a:xfrm>
                <a:off x="357600" y="0"/>
                <a:ext cx="0" cy="1789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3" r:id="rId10"/>
    <p:sldLayoutId id="2147483664" r:id="rId11"/>
    <p:sldLayoutId id="2147483666" r:id="rId12"/>
    <p:sldLayoutId id="214748366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44;p26">
            <a:extLst>
              <a:ext uri="{FF2B5EF4-FFF2-40B4-BE49-F238E27FC236}">
                <a16:creationId xmlns:a16="http://schemas.microsoft.com/office/drawing/2014/main" id="{22681D4F-20AE-60D0-2889-37B93F8FF6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6944" y="583894"/>
            <a:ext cx="7910111" cy="12467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INSTITUTO DE EDUCACION SUPERIOR TECNOLOGICO </a:t>
            </a:r>
            <a:br>
              <a:rPr lang="es-ES" sz="2000" dirty="0"/>
            </a:br>
            <a:r>
              <a:rPr lang="es-ES" sz="2000" dirty="0"/>
              <a:t>“VICTOR RAUL HALLA DE LA TORRE”</a:t>
            </a:r>
            <a:br>
              <a:rPr lang="es-ES" sz="2400" dirty="0"/>
            </a:br>
            <a:endParaRPr sz="2400" dirty="0"/>
          </a:p>
        </p:txBody>
      </p:sp>
      <p:sp>
        <p:nvSpPr>
          <p:cNvPr id="7" name="Google Shape;245;p26">
            <a:extLst>
              <a:ext uri="{FF2B5EF4-FFF2-40B4-BE49-F238E27FC236}">
                <a16:creationId xmlns:a16="http://schemas.microsoft.com/office/drawing/2014/main" id="{F2A2A279-AD08-1CFC-5502-31909AFD277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47868" y="1840315"/>
            <a:ext cx="6048261" cy="2637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APELLIDOS Y NOMBRE        :	PAREDES ROJAS EDSON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			BARRERA BLACIDO SLEYTER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			RAMOS </a:t>
            </a: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REQUENA JOSE LEANDRO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rla" pitchFamily="2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TURNO	                              :	MAÑANA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rla" pitchFamily="2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TEMA		           :	ANALISIS DE COMPETENCIA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rla" pitchFamily="2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DOCENTE		           :	AVILA ADOLFINA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rla" pitchFamily="2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/>
                <a:sym typeface="Arial"/>
              </a:rPr>
              <a:t>SEMESTRE ACADÉMICO     :	2024-I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P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9"/>
          <p:cNvSpPr txBox="1">
            <a:spLocks noGrp="1"/>
          </p:cNvSpPr>
          <p:nvPr>
            <p:ph type="title"/>
          </p:nvPr>
        </p:nvSpPr>
        <p:spPr>
          <a:xfrm>
            <a:off x="720000" y="5331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Competidores</a:t>
            </a:r>
            <a:endParaRPr dirty="0"/>
          </a:p>
        </p:txBody>
      </p:sp>
      <p:sp>
        <p:nvSpPr>
          <p:cNvPr id="650" name="Google Shape;650;p39"/>
          <p:cNvSpPr txBox="1"/>
          <p:nvPr/>
        </p:nvSpPr>
        <p:spPr>
          <a:xfrm>
            <a:off x="278188" y="1537078"/>
            <a:ext cx="7852260" cy="1900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Competidores Directos: Empresas que ofrecen servicios completos de diseño y desarrollo web personalizados, como Lima </a:t>
            </a:r>
            <a:r>
              <a:rPr lang="es-ES" dirty="0" err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Dot</a:t>
            </a:r>
            <a:r>
              <a:rPr lang="es-ES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Agencia MK y </a:t>
            </a:r>
            <a:r>
              <a:rPr lang="es-ES" dirty="0" err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Sis</a:t>
            </a:r>
            <a:r>
              <a:rPr lang="es-ES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Web o estudios especializados en desarrollo web.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Competidores Indirectos: Plataformas de creación de sitios web auto gestionables como Wix, Squarespace, y WordPress, que permiten a los clientes crear sitios de manera rápida y fácil sin necesidad de conocimientos técnicos avanzados.</a:t>
            </a:r>
            <a:endParaRPr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3D2AA-6B5A-EE7B-B7EF-2E69D241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38" y="220337"/>
            <a:ext cx="7704000" cy="553646"/>
          </a:xfrm>
        </p:spPr>
        <p:txBody>
          <a:bodyPr/>
          <a:lstStyle/>
          <a:p>
            <a:r>
              <a:rPr lang="es-PE" sz="3200" dirty="0"/>
              <a:t>Servicios Ofrecidos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92F9C8-9650-AD10-A2F6-A0C1AFE9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638" y="1104490"/>
            <a:ext cx="7372723" cy="1891516"/>
          </a:xfrm>
        </p:spPr>
        <p:txBody>
          <a:bodyPr/>
          <a:lstStyle/>
          <a:p>
            <a:pPr algn="l"/>
            <a:r>
              <a:rPr lang="es-ES" dirty="0"/>
              <a:t>Competidores Directos: Suelen ofrecer diseño web personalizado, desarrollo a</a:t>
            </a:r>
          </a:p>
          <a:p>
            <a:pPr algn="l"/>
            <a:r>
              <a:rPr lang="es-ES" dirty="0"/>
              <a:t>medida, mantenimiento y soporte continuo. Las agencias más grandes pueden tener</a:t>
            </a:r>
          </a:p>
          <a:p>
            <a:pPr algn="l"/>
            <a:r>
              <a:rPr lang="es-ES" dirty="0"/>
              <a:t>servicios adicionales como SEO, marketing digital, optimización móvil, y desarrollo</a:t>
            </a:r>
          </a:p>
          <a:p>
            <a:pPr algn="l"/>
            <a:r>
              <a:rPr lang="es-ES" dirty="0"/>
              <a:t>de aplicaciones web.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Competidores Indirectos: En este caso, las plataformas como Wix y Squarespace</a:t>
            </a:r>
          </a:p>
          <a:p>
            <a:pPr algn="l"/>
            <a:r>
              <a:rPr lang="es-ES" dirty="0"/>
              <a:t>destacan por su facilidad de uso, pero con menor personalización y flexibilidad que</a:t>
            </a:r>
          </a:p>
          <a:p>
            <a:pPr algn="l"/>
            <a:r>
              <a:rPr lang="es-ES" dirty="0"/>
              <a:t>las agencias o desarrolladores a medida.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9286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1"/>
          <p:cNvSpPr txBox="1">
            <a:spLocks noGrp="1"/>
          </p:cNvSpPr>
          <p:nvPr>
            <p:ph type="title"/>
          </p:nvPr>
        </p:nvSpPr>
        <p:spPr>
          <a:xfrm>
            <a:off x="720000" y="1475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Calidad del Trabajo</a:t>
            </a:r>
            <a:endParaRPr dirty="0"/>
          </a:p>
        </p:txBody>
      </p:sp>
      <p:sp>
        <p:nvSpPr>
          <p:cNvPr id="750" name="Google Shape;750;p41"/>
          <p:cNvSpPr txBox="1">
            <a:spLocks noGrp="1"/>
          </p:cNvSpPr>
          <p:nvPr>
            <p:ph type="body" idx="1"/>
          </p:nvPr>
        </p:nvSpPr>
        <p:spPr>
          <a:xfrm>
            <a:off x="720000" y="853752"/>
            <a:ext cx="7229936" cy="2396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s-ES" dirty="0"/>
              <a:t>Agencias grandes: Generalmente tienen un portafolio extenso que demuestra la calidad de los proyectos realizados. Su enfoque tiende a ser más formal y técnico.</a:t>
            </a:r>
          </a:p>
          <a:p>
            <a:pPr marL="285750" indent="-285750">
              <a:lnSpc>
                <a:spcPct val="100000"/>
              </a:lnSpc>
            </a:pPr>
            <a:endParaRPr lang="es-ES" dirty="0"/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Empresas pequeñas o </a:t>
            </a:r>
            <a:r>
              <a:rPr lang="es-ES" dirty="0" err="1"/>
              <a:t>freelancers</a:t>
            </a:r>
            <a:r>
              <a:rPr lang="es-ES" dirty="0"/>
              <a:t>: Suelen destacarse por la creatividad y la atención más cercana al cliente, pero la calidad puede variar según su experiencia y recursos.</a:t>
            </a:r>
          </a:p>
          <a:p>
            <a:pPr marL="285750" indent="-285750">
              <a:lnSpc>
                <a:spcPct val="100000"/>
              </a:lnSpc>
            </a:pPr>
            <a:endParaRPr lang="es-ES" dirty="0"/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Plataformas: Estas herramientas son limitadas en términos de flexibilidad y personalización avanzada, pero son una opción económica para pequeñas empresas o emprendedores.</a:t>
            </a:r>
            <a:endParaRPr dirty="0"/>
          </a:p>
        </p:txBody>
      </p:sp>
      <p:pic>
        <p:nvPicPr>
          <p:cNvPr id="3074" name="Picture 2" descr="calidad del trabajo caricatura">
            <a:extLst>
              <a:ext uri="{FF2B5EF4-FFF2-40B4-BE49-F238E27FC236}">
                <a16:creationId xmlns:a16="http://schemas.microsoft.com/office/drawing/2014/main" id="{51D8F820-AE2A-A1D0-1003-D8C4BE735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986" y="2919470"/>
            <a:ext cx="2224030" cy="222403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2"/>
          <p:cNvSpPr txBox="1">
            <a:spLocks noGrp="1"/>
          </p:cNvSpPr>
          <p:nvPr>
            <p:ph type="title"/>
          </p:nvPr>
        </p:nvSpPr>
        <p:spPr>
          <a:xfrm>
            <a:off x="720000" y="135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Precios</a:t>
            </a:r>
            <a:endParaRPr dirty="0"/>
          </a:p>
        </p:txBody>
      </p:sp>
      <p:sp>
        <p:nvSpPr>
          <p:cNvPr id="834" name="Google Shape;834;p42"/>
          <p:cNvSpPr txBox="1">
            <a:spLocks noGrp="1"/>
          </p:cNvSpPr>
          <p:nvPr>
            <p:ph type="body" idx="1"/>
          </p:nvPr>
        </p:nvSpPr>
        <p:spPr>
          <a:xfrm>
            <a:off x="715500" y="729003"/>
            <a:ext cx="7708500" cy="1870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s-ES" dirty="0"/>
              <a:t>Agencias grandes: Generalmente tienen precios más altos debido a la complejidad de los proyectos, la experiencia del equipo y el soporte continuo.</a:t>
            </a:r>
          </a:p>
          <a:p>
            <a:pPr marL="285750" indent="-285750">
              <a:lnSpc>
                <a:spcPct val="100000"/>
              </a:lnSpc>
            </a:pPr>
            <a:endParaRPr lang="es-ES" dirty="0"/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Freelancers y empresas pequeñas: Suelen tener precios más competitivos, lo que puede ser una ventaja para proyectos con presupuestos limitados.</a:t>
            </a:r>
          </a:p>
          <a:p>
            <a:pPr marL="285750" indent="-285750">
              <a:lnSpc>
                <a:spcPct val="100000"/>
              </a:lnSpc>
            </a:pPr>
            <a:endParaRPr lang="es-ES" dirty="0"/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Plataformas autogestionadas: Los costos iniciales son bajos, pero pueden cobrar tarifas adicionales por funciones avanzadas o soporte.</a:t>
            </a:r>
            <a:endParaRPr dirty="0"/>
          </a:p>
        </p:txBody>
      </p:sp>
      <p:grpSp>
        <p:nvGrpSpPr>
          <p:cNvPr id="835" name="Google Shape;835;p42"/>
          <p:cNvGrpSpPr/>
          <p:nvPr/>
        </p:nvGrpSpPr>
        <p:grpSpPr>
          <a:xfrm>
            <a:off x="0" y="3733700"/>
            <a:ext cx="2226100" cy="874800"/>
            <a:chOff x="0" y="-176475"/>
            <a:chExt cx="2226100" cy="874800"/>
          </a:xfrm>
        </p:grpSpPr>
        <p:sp>
          <p:nvSpPr>
            <p:cNvPr id="836" name="Google Shape;836;p42"/>
            <p:cNvSpPr/>
            <p:nvPr/>
          </p:nvSpPr>
          <p:spPr>
            <a:xfrm>
              <a:off x="1351300" y="-176475"/>
              <a:ext cx="874800" cy="874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261000" y="130475"/>
              <a:ext cx="1237200" cy="26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cxnSp>
          <p:nvCxnSpPr>
            <p:cNvPr id="838" name="Google Shape;838;p42"/>
            <p:cNvCxnSpPr/>
            <p:nvPr/>
          </p:nvCxnSpPr>
          <p:spPr>
            <a:xfrm>
              <a:off x="0" y="260950"/>
              <a:ext cx="1789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050" name="Picture 2" descr="precios simbolo">
            <a:extLst>
              <a:ext uri="{FF2B5EF4-FFF2-40B4-BE49-F238E27FC236}">
                <a16:creationId xmlns:a16="http://schemas.microsoft.com/office/drawing/2014/main" id="{196BFDAD-2223-81F5-83D3-9172FE1A0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78" y="2599425"/>
            <a:ext cx="2471922" cy="224124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5. Posicionamiento de Marca</a:t>
            </a:r>
            <a:endParaRPr dirty="0"/>
          </a:p>
        </p:txBody>
      </p:sp>
      <p:sp>
        <p:nvSpPr>
          <p:cNvPr id="834" name="Google Shape;834;p42"/>
          <p:cNvSpPr txBox="1">
            <a:spLocks noGrp="1"/>
          </p:cNvSpPr>
          <p:nvPr>
            <p:ph type="body" idx="1"/>
          </p:nvPr>
        </p:nvSpPr>
        <p:spPr>
          <a:xfrm>
            <a:off x="708725" y="1148200"/>
            <a:ext cx="7708500" cy="1991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s-ES" dirty="0"/>
              <a:t>Agencias grandes: Suelen tener mayor presencia en el mercado, invirtiendo en marketing digital, campañas publicitarias y participando en eventos de la industria.</a:t>
            </a:r>
          </a:p>
          <a:p>
            <a:pPr marL="285750" indent="-285750">
              <a:lnSpc>
                <a:spcPct val="100000"/>
              </a:lnSpc>
            </a:pPr>
            <a:endParaRPr lang="es-ES" dirty="0"/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Freelancers o empresas pequeñas: Tienden a depender más del boca a boca, referencias de clientes satisfechos y redes sociales para captar nuevos proyectos.</a:t>
            </a:r>
          </a:p>
          <a:p>
            <a:pPr marL="285750" indent="-285750">
              <a:lnSpc>
                <a:spcPct val="100000"/>
              </a:lnSpc>
            </a:pPr>
            <a:endParaRPr lang="es-ES" dirty="0"/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Plataformas: Han creado una gran presencia en el mercado gracias a campañas de marketing masivas y su enfoque en la simplicidad para el usuario final.</a:t>
            </a:r>
            <a:endParaRPr dirty="0"/>
          </a:p>
        </p:txBody>
      </p:sp>
      <p:pic>
        <p:nvPicPr>
          <p:cNvPr id="1026" name="Picture 2" descr=" Posicionamiento de Marca caricatura">
            <a:extLst>
              <a:ext uri="{FF2B5EF4-FFF2-40B4-BE49-F238E27FC236}">
                <a16:creationId xmlns:a16="http://schemas.microsoft.com/office/drawing/2014/main" id="{9473C07B-621F-957D-2DA4-A5429647B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51892"/>
            <a:ext cx="2684553" cy="199160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45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1"/>
          <p:cNvSpPr txBox="1">
            <a:spLocks noGrp="1"/>
          </p:cNvSpPr>
          <p:nvPr>
            <p:ph type="title"/>
          </p:nvPr>
        </p:nvSpPr>
        <p:spPr>
          <a:xfrm>
            <a:off x="720000" y="924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Oportunidades para Diferenciarte</a:t>
            </a:r>
            <a:endParaRPr dirty="0"/>
          </a:p>
        </p:txBody>
      </p:sp>
      <p:sp>
        <p:nvSpPr>
          <p:cNvPr id="750" name="Google Shape;750;p41"/>
          <p:cNvSpPr txBox="1">
            <a:spLocks noGrp="1"/>
          </p:cNvSpPr>
          <p:nvPr>
            <p:ph type="body" idx="1"/>
          </p:nvPr>
        </p:nvSpPr>
        <p:spPr>
          <a:xfrm>
            <a:off x="720000" y="1206292"/>
            <a:ext cx="7229936" cy="2396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s-ES" dirty="0"/>
              <a:t>Especialización en Nichos: Una forma de destacarte frente a los competidores es especializándote en sectores específicos, como la creación de sitios para e-</a:t>
            </a:r>
            <a:r>
              <a:rPr lang="es-ES" dirty="0" err="1"/>
              <a:t>commerce</a:t>
            </a:r>
            <a:r>
              <a:rPr lang="es-ES" dirty="0"/>
              <a:t>, empresas de tecnología, o educación.</a:t>
            </a:r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Alianzas Estratégicas: Formar alianzas con empresas de marketing digital o agencias de branding puede permitirte ofrecer un servicio más completo y atraer a clientes más grandes.</a:t>
            </a:r>
          </a:p>
          <a:p>
            <a:pPr marL="285750" indent="-285750">
              <a:lnSpc>
                <a:spcPct val="100000"/>
              </a:lnSpc>
            </a:pPr>
            <a:r>
              <a:rPr lang="es-ES" dirty="0"/>
              <a:t>Innovación Tecnológica: Mantenerte al día con tecnologías emergentes como el desarrollo de aplicaciones progresivas, inteligencia artificial aplicada a la web.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82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Conclusion</a:t>
            </a:r>
            <a:endParaRPr dirty="0"/>
          </a:p>
        </p:txBody>
      </p:sp>
      <p:sp>
        <p:nvSpPr>
          <p:cNvPr id="750" name="Google Shape;750;p41"/>
          <p:cNvSpPr txBox="1">
            <a:spLocks noGrp="1"/>
          </p:cNvSpPr>
          <p:nvPr>
            <p:ph type="body" idx="1"/>
          </p:nvPr>
        </p:nvSpPr>
        <p:spPr>
          <a:xfrm>
            <a:off x="957032" y="1812220"/>
            <a:ext cx="7229936" cy="1228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dirty="0"/>
              <a:t>El mercado de creación de sitios web es altamente competitivo, con agencias grandes que dominan proyectos más complejos, </a:t>
            </a:r>
            <a:r>
              <a:rPr lang="es-ES" dirty="0" err="1"/>
              <a:t>freelancers</a:t>
            </a:r>
            <a:r>
              <a:rPr lang="es-ES" dirty="0"/>
              <a:t> o empresas pequeñas que destacan por su atención personalizada y plataformas autogestionadas que apuntan a ofrecer soluciones rápidas y accesibles. La clave para diferenciarte está en la personalización, especialización en nichos, y la oferta de servicios adicionales como marketing digital o soporte continuo.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8031434"/>
      </p:ext>
    </p:extLst>
  </p:cSld>
  <p:clrMapOvr>
    <a:masterClrMapping/>
  </p:clrMapOvr>
</p:sld>
</file>

<file path=ppt/theme/theme1.xml><?xml version="1.0" encoding="utf-8"?>
<a:theme xmlns:a="http://schemas.openxmlformats.org/drawingml/2006/main" name="College Lessons with Cycle Diagrams by Slidesgo">
  <a:themeElements>
    <a:clrScheme name="Simple Light">
      <a:dk1>
        <a:srgbClr val="201F4B"/>
      </a:dk1>
      <a:lt1>
        <a:srgbClr val="FEF5F0"/>
      </a:lt1>
      <a:dk2>
        <a:srgbClr val="5E54B5"/>
      </a:dk2>
      <a:lt2>
        <a:srgbClr val="9156F1"/>
      </a:lt2>
      <a:accent1>
        <a:srgbClr val="D4A4E2"/>
      </a:accent1>
      <a:accent2>
        <a:srgbClr val="C6E6A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1F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604</Words>
  <Application>Microsoft Office PowerPoint</Application>
  <PresentationFormat>Presentación en pantalla (16:9)</PresentationFormat>
  <Paragraphs>49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Hind SemiBold</vt:lpstr>
      <vt:lpstr>Archivo</vt:lpstr>
      <vt:lpstr>Darker Grotesque SemiBold</vt:lpstr>
      <vt:lpstr>Karla</vt:lpstr>
      <vt:lpstr>Hind</vt:lpstr>
      <vt:lpstr>College Lessons with Cycle Diagrams by Slidesgo</vt:lpstr>
      <vt:lpstr>INSTITUTO DE EDUCACION SUPERIOR TECNOLOGICO  “VICTOR RAUL HALLA DE LA TORRE” </vt:lpstr>
      <vt:lpstr>Competidores</vt:lpstr>
      <vt:lpstr>Servicios Ofrecidos</vt:lpstr>
      <vt:lpstr>Calidad del Trabajo</vt:lpstr>
      <vt:lpstr>Precios</vt:lpstr>
      <vt:lpstr>5. Posicionamiento de Marca</vt:lpstr>
      <vt:lpstr>Oportunidades para Diferenciarte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Ramos Requena</cp:lastModifiedBy>
  <cp:revision>7</cp:revision>
  <dcterms:modified xsi:type="dcterms:W3CDTF">2024-10-22T16:41:08Z</dcterms:modified>
</cp:coreProperties>
</file>